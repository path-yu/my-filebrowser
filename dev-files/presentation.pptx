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3716000" cy="7715250"/>
  <p:notesSz cx="771525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5153025"/>
            <a:ext cx="762000" cy="1905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Text 2"/>
          <p:cNvSpPr/>
          <p:nvPr/>
        </p:nvSpPr>
        <p:spPr>
          <a:xfrm>
            <a:off x="1990874" y="3248025"/>
            <a:ext cx="2719871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0"/>
              </a:lnSpc>
              <a:spcBef>
                <a:spcPts val="9600"/>
              </a:spcBef>
              <a:spcAft>
                <a:spcPts val="9600"/>
              </a:spcAft>
              <a:buNone/>
            </a:pPr>
            <a:r>
              <a:rPr lang="en-US" sz="9600" dirty="0">
                <a:solidFill>
                  <a:srgbClr val="111827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2025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858000" y="2676376"/>
            <a:ext cx="29270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ANNUAL REVIEW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0" y="3224213"/>
            <a:ext cx="292708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spcBef>
                <a:spcPts val="2814"/>
              </a:spcBef>
              <a:spcAft>
                <a:spcPts val="1800"/>
              </a:spcAft>
              <a:buNone/>
            </a:pPr>
            <a:r>
              <a:rPr lang="en-US" sz="4200" dirty="0">
                <a:solidFill>
                  <a:srgbClr val="111827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CodeBuddy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0" y="4119562"/>
            <a:ext cx="306647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4"/>
              </a:lnSpc>
              <a:spcBef>
                <a:spcPts val="1350"/>
              </a:spcBef>
              <a:spcAft>
                <a:spcPts val="6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AI 时代的智能编程伙伴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0" y="4569619"/>
            <a:ext cx="306647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4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—— 2025 年度回顾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505450" y="2405063"/>
            <a:ext cx="7829550" cy="952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" name="Shape 2"/>
          <p:cNvSpPr/>
          <p:nvPr/>
        </p:nvSpPr>
        <p:spPr>
          <a:xfrm>
            <a:off x="5505450" y="4090987"/>
            <a:ext cx="7829550" cy="952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5505450" y="5776913"/>
            <a:ext cx="7829550" cy="952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476250" y="2775645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2025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6250" y="3568005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spcBef>
                <a:spcPts val="2490"/>
              </a:spcBef>
              <a:spcAft>
                <a:spcPts val="1800"/>
              </a:spcAft>
              <a:buNone/>
            </a:pPr>
            <a:r>
              <a:rPr lang="en-US" sz="3000" dirty="0">
                <a:solidFill>
                  <a:srgbClr val="111827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年度</a:t>
            </a:r>
            <a:endParaRPr lang="en-US" sz="3000" dirty="0"/>
          </a:p>
          <a:p>
            <a:pPr algn="l" indent="0" marL="0">
              <a:lnSpc>
                <a:spcPts val="3750"/>
              </a:lnSpc>
              <a:spcBef>
                <a:spcPts val="2490"/>
              </a:spcBef>
              <a:spcAft>
                <a:spcPts val="1800"/>
              </a:spcAft>
              <a:buNone/>
            </a:pPr>
            <a:r>
              <a:rPr lang="en-US" sz="3000" dirty="0">
                <a:solidFill>
                  <a:srgbClr val="111827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核心成果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76250" y="4901505"/>
            <a:ext cx="4191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以数据回望这一年，CodeBuddy 在能力、规模与协同上的关键进展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05450" y="1204913"/>
            <a:ext cx="128016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200+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029450" y="1281113"/>
            <a:ext cx="17602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支持的编程语言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029450" y="1700213"/>
            <a:ext cx="17602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覆盖前后端与主流脚本语言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05450" y="2890838"/>
            <a:ext cx="128016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92%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029450" y="2967038"/>
            <a:ext cx="16135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工程级任务通过率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029450" y="3386138"/>
            <a:ext cx="16135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社区实测，响应迅速稳定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05450" y="4500563"/>
            <a:ext cx="13411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1000万+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029450" y="4652963"/>
            <a:ext cx="16135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累计服务开发者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029450" y="5072063"/>
            <a:ext cx="16135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免费开放，降低使用门槛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05450" y="6186488"/>
            <a:ext cx="13411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全链路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029450" y="6338888"/>
            <a:ext cx="21267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产品·设计·研发·部署 协同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029450" y="6757988"/>
            <a:ext cx="21267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深度集成 CloudStudio 云端开发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476250"/>
            <a:ext cx="12763500" cy="6762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296025" y="4087267"/>
            <a:ext cx="1219200" cy="381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396865" y="3172867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Bef>
                <a:spcPts val="3618"/>
              </a:spcBef>
              <a:spcAft>
                <a:spcPts val="1800"/>
              </a:spcAft>
              <a:buNone/>
            </a:pPr>
            <a:r>
              <a:rPr lang="en-US" sz="5400" b="1" dirty="0">
                <a:solidFill>
                  <a:srgbClr val="111827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感谢同行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65445" y="4353967"/>
            <a:ext cx="288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500"/>
              </a:spcBef>
              <a:spcAft>
                <a:spcPts val="2400"/>
              </a:spcAft>
              <a:buNone/>
            </a:pPr>
            <a:r>
              <a:rPr lang="en-US" sz="1500" dirty="0">
                <a:solidFill>
                  <a:srgbClr val="4B5563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96865" y="4925467"/>
            <a:ext cx="3017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350"/>
              </a:spcBef>
              <a:spcAft>
                <a:spcPts val="30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与 CodeBuddy 一起，让编程更简单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65445" y="5573167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TencentSans" pitchFamily="34" charset="0"/>
                <a:ea typeface="TencentSans" pitchFamily="34" charset="-122"/>
                <a:cs typeface="TencentSans" pitchFamily="34" charset="-120"/>
              </a:rPr>
              <a:t>CodeBuddy Team ·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2026-08-16T03:51:28Z</dcterms:created>
  <dcterms:modified xsi:type="dcterms:W3CDTF">2026-08-16T03:51:28Z</dcterms:modified>
</cp:coreProperties>
</file>